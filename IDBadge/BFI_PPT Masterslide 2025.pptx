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  <p:sldId id="263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E82"/>
    <a:srgbClr val="389D3D"/>
    <a:srgbClr val="7AC143"/>
    <a:srgbClr val="F9F9F9"/>
    <a:srgbClr val="FDFDFD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8" autoAdjust="0"/>
    <p:restoredTop sz="94673" autoAdjust="0"/>
  </p:normalViewPr>
  <p:slideViewPr>
    <p:cSldViewPr snapToGrid="0">
      <p:cViewPr varScale="1">
        <p:scale>
          <a:sx n="153" d="100"/>
          <a:sy n="153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70EEA-50AD-4615-B9B7-7505D0727556}" type="datetimeFigureOut">
              <a:rPr lang="en-US" smtClean="0"/>
              <a:t>12-Mar-25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2C606-E95D-4A4D-8DB9-4BDCEE005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9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/ 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7827B6-D55B-3D69-3E3D-17F7087EC9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747" y="226830"/>
            <a:ext cx="1615631" cy="467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554F30-1DC4-86C7-809F-16EDF71A5EE6}"/>
              </a:ext>
            </a:extLst>
          </p:cNvPr>
          <p:cNvSpPr txBox="1"/>
          <p:nvPr userDrawn="1"/>
        </p:nvSpPr>
        <p:spPr>
          <a:xfrm>
            <a:off x="9978241" y="333737"/>
            <a:ext cx="1886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rgbClr val="389D3D"/>
                </a:solidFill>
              </a:rPr>
              <a:t>bfi.com.bn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FCFD18-8E54-98CA-149E-3FD9B63538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7747" y="1924140"/>
            <a:ext cx="10747972" cy="184429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45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Insert Main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8C82C-6A32-1354-4E4B-B45561B2C4F7}"/>
              </a:ext>
            </a:extLst>
          </p:cNvPr>
          <p:cNvSpPr/>
          <p:nvPr userDrawn="1"/>
        </p:nvSpPr>
        <p:spPr>
          <a:xfrm>
            <a:off x="12025745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5562E97-56E6-D382-E2A5-624789ADE7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747" y="3918776"/>
            <a:ext cx="10779640" cy="5146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389D3D"/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3B0D7A-77CB-349A-2163-E14015780A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025" y="4932364"/>
            <a:ext cx="1438440" cy="24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6D6E82"/>
                </a:solidFill>
              </a:defRPr>
            </a:lvl1pPr>
            <a:lvl2pPr>
              <a:defRPr sz="1400">
                <a:solidFill>
                  <a:srgbClr val="6D6E82"/>
                </a:solidFill>
              </a:defRPr>
            </a:lvl2pPr>
            <a:lvl3pPr>
              <a:defRPr sz="1400">
                <a:solidFill>
                  <a:srgbClr val="6D6E82"/>
                </a:solidFill>
              </a:defRPr>
            </a:lvl3pPr>
            <a:lvl4pPr>
              <a:defRPr sz="1400">
                <a:solidFill>
                  <a:srgbClr val="6D6E82"/>
                </a:solidFill>
              </a:defRPr>
            </a:lvl4pPr>
            <a:lvl5pPr>
              <a:defRPr sz="1400">
                <a:solidFill>
                  <a:srgbClr val="6D6E82"/>
                </a:solidFill>
              </a:defRPr>
            </a:lvl5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FF9148B-11EE-F1C5-9347-ECAF1BA25F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3174" y="4932365"/>
            <a:ext cx="3849152" cy="24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6D6E82"/>
                </a:solidFill>
              </a:defRPr>
            </a:lvl1pPr>
            <a:lvl2pPr>
              <a:defRPr sz="1400">
                <a:solidFill>
                  <a:srgbClr val="6D6E82"/>
                </a:solidFill>
              </a:defRPr>
            </a:lvl2pPr>
            <a:lvl3pPr>
              <a:defRPr sz="1400">
                <a:solidFill>
                  <a:srgbClr val="6D6E82"/>
                </a:solidFill>
              </a:defRPr>
            </a:lvl3pPr>
            <a:lvl4pPr>
              <a:defRPr sz="1400">
                <a:solidFill>
                  <a:srgbClr val="6D6E82"/>
                </a:solidFill>
              </a:defRPr>
            </a:lvl4pPr>
            <a:lvl5pPr>
              <a:defRPr sz="1400">
                <a:solidFill>
                  <a:srgbClr val="6D6E82"/>
                </a:solidFill>
              </a:defRPr>
            </a:lvl5pPr>
          </a:lstStyle>
          <a:p>
            <a:pPr lvl="0"/>
            <a:r>
              <a:rPr lang="en-US" dirty="0"/>
              <a:t>Click to insert name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49F18B3-DB2A-0E41-48A7-071AC73399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3304" y="4932363"/>
            <a:ext cx="607619" cy="24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6D6E82"/>
                </a:solidFill>
              </a:defRPr>
            </a:lvl1pPr>
            <a:lvl2pPr>
              <a:defRPr sz="1400">
                <a:solidFill>
                  <a:srgbClr val="6D6E82"/>
                </a:solidFill>
              </a:defRPr>
            </a:lvl2pPr>
            <a:lvl3pPr>
              <a:defRPr sz="1400">
                <a:solidFill>
                  <a:srgbClr val="6D6E82"/>
                </a:solidFill>
              </a:defRPr>
            </a:lvl3pPr>
            <a:lvl4pPr>
              <a:defRPr sz="1400">
                <a:solidFill>
                  <a:srgbClr val="6D6E82"/>
                </a:solidFill>
              </a:defRPr>
            </a:lvl4pPr>
            <a:lvl5pPr>
              <a:defRPr sz="1400">
                <a:solidFill>
                  <a:srgbClr val="6D6E8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67FBA91-58BD-DC87-E7A1-7576BD0AFD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633" y="4932364"/>
            <a:ext cx="1989118" cy="24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6D6E82"/>
                </a:solidFill>
              </a:defRPr>
            </a:lvl1pPr>
            <a:lvl2pPr>
              <a:defRPr sz="1400">
                <a:solidFill>
                  <a:srgbClr val="6D6E82"/>
                </a:solidFill>
              </a:defRPr>
            </a:lvl2pPr>
            <a:lvl3pPr>
              <a:defRPr sz="1400">
                <a:solidFill>
                  <a:srgbClr val="6D6E82"/>
                </a:solidFill>
              </a:defRPr>
            </a:lvl3pPr>
            <a:lvl4pPr>
              <a:defRPr sz="1400">
                <a:solidFill>
                  <a:srgbClr val="6D6E82"/>
                </a:solidFill>
              </a:defRPr>
            </a:lvl4pPr>
            <a:lvl5pPr>
              <a:defRPr sz="1400">
                <a:solidFill>
                  <a:srgbClr val="6D6E82"/>
                </a:solidFill>
              </a:defRPr>
            </a:lvl5pPr>
          </a:lstStyle>
          <a:p>
            <a:pPr lvl="0"/>
            <a:r>
              <a:rPr lang="en-US" dirty="0"/>
              <a:t>Click to insert date</a:t>
            </a:r>
          </a:p>
        </p:txBody>
      </p:sp>
    </p:spTree>
    <p:extLst>
      <p:ext uri="{BB962C8B-B14F-4D97-AF65-F5344CB8AC3E}">
        <p14:creationId xmlns:p14="http://schemas.microsoft.com/office/powerpoint/2010/main" val="405055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B8AD9D-FBCE-6814-7556-3F0A2094F5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697" y="1003348"/>
            <a:ext cx="6699821" cy="478755"/>
          </a:xfrm>
          <a:prstGeom prst="rect">
            <a:avLst/>
          </a:prstGeom>
        </p:spPr>
        <p:txBody>
          <a:bodyPr anchor="t" anchorCtr="0"/>
          <a:lstStyle>
            <a:lvl1pPr>
              <a:defRPr sz="3000" b="1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Summary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795FEF6-0B1C-986A-9914-98340C5ED3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50" y="1638348"/>
            <a:ext cx="11438800" cy="3717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r>
              <a:rPr lang="en-US" dirty="0">
                <a:solidFill>
                  <a:schemeClr val="accent1"/>
                </a:solidFill>
              </a:rPr>
              <a:t>Insert a concise summary of your presentation content which captures key takeaways.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B244E-66EF-FBAC-3CC1-BE4D4EDD3F2D}"/>
              </a:ext>
            </a:extLst>
          </p:cNvPr>
          <p:cNvSpPr txBox="1"/>
          <p:nvPr userDrawn="1"/>
        </p:nvSpPr>
        <p:spPr>
          <a:xfrm>
            <a:off x="319018" y="333737"/>
            <a:ext cx="879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solidFill>
                  <a:schemeClr val="tx2"/>
                </a:solidFill>
              </a:rPr>
              <a:t>bfi.com.bn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C61306-383E-E819-5C23-26EB8972AF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0868" y="270987"/>
            <a:ext cx="1283382" cy="371719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565238D-CA0B-2FA2-EE58-DABE6FEA2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185" y="2851608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53329E6D-F3DB-8100-8F59-B42DC7794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697" y="2443178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18E81B16-3F05-8B22-51A6-E1EA161B65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8185" y="2443179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25C76170-E314-6DDA-45F0-CA2DE0B89E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185" y="3900285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53BC99E5-A032-5010-A81E-95999E81A2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4697" y="3491855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13A92D51-C500-F926-CB77-4AA6813BC0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8185" y="3491856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89F28D31-3F6D-D9DA-745E-E3782F5AC9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185" y="4948960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4106B85-3C9A-68A2-9A25-C677A69571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4697" y="4540530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890A3FB3-A498-FE29-F7B1-4C8EC06F11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8185" y="4540531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24FFEF9-22CC-DC8F-2A1E-3E0143D323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85398" y="2851606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762E0F87-BEA3-EEFE-F71F-291EFEEA0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910" y="2443176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ABFAC523-0E97-E9D2-2A60-6780C220A2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5398" y="2443177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74707BF5-817C-2AD9-DC24-87AFE715D5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85398" y="3900283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AF5E1183-CC48-178B-15BE-3753DED195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910" y="3491853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6C3F3A74-1A63-EF44-8C00-58F21A95F9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85398" y="3491854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FB20DB58-59EF-A77F-F995-BC4F9C7EC98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85398" y="4948958"/>
            <a:ext cx="3921952" cy="51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2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6D6E82"/>
                </a:solidFill>
              </a:rPr>
              <a:t>Insert short description here.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AEB014A5-5E92-CAEA-FDB1-244095379A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1910" y="4540528"/>
            <a:ext cx="573488" cy="3485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CB64C7C-6F32-EC7E-35F9-6949CAC2F7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85398" y="4540529"/>
            <a:ext cx="3921952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AD18322-9B66-6ED6-9A3B-64CAA1C9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9827" y="6600148"/>
            <a:ext cx="514424" cy="194217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04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71CE-33C1-5D1D-C679-4575A0B3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224FD4-0148-2589-E091-55A8084A05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749" y="235768"/>
            <a:ext cx="1188334" cy="344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51F0C8-CD06-4DFD-68A4-F2547167C3FA}"/>
              </a:ext>
            </a:extLst>
          </p:cNvPr>
          <p:cNvSpPr txBox="1"/>
          <p:nvPr userDrawn="1"/>
        </p:nvSpPr>
        <p:spPr>
          <a:xfrm>
            <a:off x="9978241" y="333737"/>
            <a:ext cx="1886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rgbClr val="389D3D"/>
                </a:solidFill>
              </a:rPr>
              <a:t>bfi.com.bn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4738BB-8C89-B9E2-36A8-6351CB7951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7344" y="2435514"/>
            <a:ext cx="8537312" cy="222103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3600" b="1">
                <a:solidFill>
                  <a:srgbClr val="389D3D"/>
                </a:solidFill>
              </a:defRPr>
            </a:lvl1pPr>
            <a:lvl2pPr marL="457200" indent="0">
              <a:buNone/>
              <a:defRPr sz="2900">
                <a:solidFill>
                  <a:srgbClr val="389D3D"/>
                </a:solidFill>
              </a:defRPr>
            </a:lvl2pPr>
            <a:lvl3pPr marL="914400" indent="0">
              <a:buNone/>
              <a:defRPr sz="2900">
                <a:solidFill>
                  <a:srgbClr val="389D3D"/>
                </a:solidFill>
              </a:defRPr>
            </a:lvl3pPr>
            <a:lvl4pPr marL="1371600" indent="0">
              <a:buNone/>
              <a:defRPr sz="2900">
                <a:solidFill>
                  <a:srgbClr val="389D3D"/>
                </a:solidFill>
              </a:defRPr>
            </a:lvl4pPr>
            <a:lvl5pPr marL="1828800" indent="0">
              <a:buNone/>
              <a:defRPr sz="2900">
                <a:solidFill>
                  <a:srgbClr val="389D3D"/>
                </a:solidFill>
              </a:defRPr>
            </a:lvl5pPr>
          </a:lstStyle>
          <a:p>
            <a:pPr lvl="0"/>
            <a:r>
              <a:rPr lang="en-US" dirty="0"/>
              <a:t>Click to add Divider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50B9572-0A6E-5DE4-FA5B-4918DAED3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03649" y="4772133"/>
            <a:ext cx="7784701" cy="748939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400">
                <a:solidFill>
                  <a:srgbClr val="6D6E82"/>
                </a:solidFill>
              </a:defRPr>
            </a:lvl1pPr>
          </a:lstStyle>
          <a:p>
            <a:pPr lvl="0"/>
            <a:r>
              <a:rPr lang="en-US" dirty="0"/>
              <a:t>Click to add Divider Subtitle</a:t>
            </a:r>
          </a:p>
        </p:txBody>
      </p:sp>
    </p:spTree>
    <p:extLst>
      <p:ext uri="{BB962C8B-B14F-4D97-AF65-F5344CB8AC3E}">
        <p14:creationId xmlns:p14="http://schemas.microsoft.com/office/powerpoint/2010/main" val="168601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DA29906B-9C70-3E85-3D98-43E8BDBE5350}"/>
              </a:ext>
            </a:extLst>
          </p:cNvPr>
          <p:cNvSpPr/>
          <p:nvPr userDrawn="1"/>
        </p:nvSpPr>
        <p:spPr>
          <a:xfrm flipH="1" flipV="1">
            <a:off x="0" y="-1"/>
            <a:ext cx="12192000" cy="4689009"/>
          </a:xfrm>
          <a:prstGeom prst="round1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D84A1-6C83-3843-E4B3-58E15750E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5969D-A384-121D-287E-8F384E708209}"/>
              </a:ext>
            </a:extLst>
          </p:cNvPr>
          <p:cNvSpPr txBox="1"/>
          <p:nvPr userDrawn="1"/>
        </p:nvSpPr>
        <p:spPr>
          <a:xfrm>
            <a:off x="319018" y="333737"/>
            <a:ext cx="879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bfi.com.bn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D8C7AAB-95EE-5E01-D104-E256FAD1AA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017" y="2435514"/>
            <a:ext cx="11545233" cy="1950139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2900">
                <a:solidFill>
                  <a:srgbClr val="389D3D"/>
                </a:solidFill>
              </a:defRPr>
            </a:lvl2pPr>
            <a:lvl3pPr marL="914400" indent="0">
              <a:buNone/>
              <a:defRPr sz="2900">
                <a:solidFill>
                  <a:srgbClr val="389D3D"/>
                </a:solidFill>
              </a:defRPr>
            </a:lvl3pPr>
            <a:lvl4pPr marL="1371600" indent="0">
              <a:buNone/>
              <a:defRPr sz="2900">
                <a:solidFill>
                  <a:srgbClr val="389D3D"/>
                </a:solidFill>
              </a:defRPr>
            </a:lvl4pPr>
            <a:lvl5pPr marL="1828800" indent="0">
              <a:buNone/>
              <a:defRPr sz="2900">
                <a:solidFill>
                  <a:srgbClr val="389D3D"/>
                </a:solidFill>
              </a:defRPr>
            </a:lvl5pPr>
          </a:lstStyle>
          <a:p>
            <a:pPr lvl="0"/>
            <a:r>
              <a:rPr lang="en-US" dirty="0"/>
              <a:t>Click to add Divider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CFCD6CB-8F78-BF03-8003-096DA05154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017" y="4868944"/>
            <a:ext cx="11545233" cy="857839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000">
                <a:solidFill>
                  <a:srgbClr val="6D6E82"/>
                </a:solidFill>
              </a:defRPr>
            </a:lvl1pPr>
          </a:lstStyle>
          <a:p>
            <a:pPr lvl="0"/>
            <a:r>
              <a:rPr lang="en-US" dirty="0"/>
              <a:t>Click to add Divider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F645B9-82F6-D18D-5397-F06C4CB5D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0868" y="270987"/>
            <a:ext cx="1283382" cy="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9FFB8A-8823-8239-CE90-7DC937FFFA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flipH="1" flipV="1">
            <a:off x="0" y="-3"/>
            <a:ext cx="12192000" cy="4689007"/>
          </a:xfrm>
          <a:prstGeom prst="round2DiagRect">
            <a:avLst/>
          </a:prstGeom>
          <a:solidFill>
            <a:schemeClr val="accent3"/>
          </a:solidFill>
        </p:spPr>
        <p:txBody>
          <a:bodyPr vert="vert" anchor="t" anchorCtr="1"/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here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77D139-9CDF-E9C9-8BC3-38CB52CD5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B6167DF-EA20-5828-1611-32F90F89E4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018" y="4893841"/>
            <a:ext cx="8344216" cy="122093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2000">
                <a:solidFill>
                  <a:srgbClr val="6D6E82"/>
                </a:solidFill>
              </a:defRPr>
            </a:lvl1pPr>
          </a:lstStyle>
          <a:p>
            <a:pPr lvl="0"/>
            <a:r>
              <a:rPr lang="en-US" dirty="0"/>
              <a:t>Click to add Divider 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D276E59-5E71-6E5A-CF6A-9028A419D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017" y="2435514"/>
            <a:ext cx="11545233" cy="1950139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 sz="2900">
                <a:solidFill>
                  <a:srgbClr val="389D3D"/>
                </a:solidFill>
              </a:defRPr>
            </a:lvl2pPr>
            <a:lvl3pPr marL="914400" indent="0">
              <a:buNone/>
              <a:defRPr sz="2900">
                <a:solidFill>
                  <a:srgbClr val="389D3D"/>
                </a:solidFill>
              </a:defRPr>
            </a:lvl3pPr>
            <a:lvl4pPr marL="1371600" indent="0">
              <a:buNone/>
              <a:defRPr sz="2900">
                <a:solidFill>
                  <a:srgbClr val="389D3D"/>
                </a:solidFill>
              </a:defRPr>
            </a:lvl4pPr>
            <a:lvl5pPr marL="1828800" indent="0">
              <a:buNone/>
              <a:defRPr sz="2900">
                <a:solidFill>
                  <a:srgbClr val="389D3D"/>
                </a:solidFill>
              </a:defRPr>
            </a:lvl5pPr>
          </a:lstStyle>
          <a:p>
            <a:pPr lvl="0"/>
            <a:r>
              <a:rPr lang="en-US" dirty="0"/>
              <a:t>Click to add Divider 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05D1A6D-B726-B972-CA8D-2424FA594B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8" y="4893841"/>
            <a:ext cx="1041872" cy="301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2B7F01-6784-E70A-466F-21067AF435C6}"/>
              </a:ext>
            </a:extLst>
          </p:cNvPr>
          <p:cNvSpPr txBox="1"/>
          <p:nvPr userDrawn="1"/>
        </p:nvSpPr>
        <p:spPr>
          <a:xfrm>
            <a:off x="10118181" y="6574145"/>
            <a:ext cx="879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bfi.com.bn</a:t>
            </a:r>
          </a:p>
        </p:txBody>
      </p:sp>
    </p:spTree>
    <p:extLst>
      <p:ext uri="{BB962C8B-B14F-4D97-AF65-F5344CB8AC3E}">
        <p14:creationId xmlns:p14="http://schemas.microsoft.com/office/powerpoint/2010/main" val="245503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ACE8-6739-2289-28D6-AE8795E15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698" y="1627398"/>
            <a:ext cx="3774606" cy="478755"/>
          </a:xfrm>
          <a:prstGeom prst="rect">
            <a:avLst/>
          </a:prstGeom>
        </p:spPr>
        <p:txBody>
          <a:bodyPr anchor="t" anchorCtr="0"/>
          <a:lstStyle>
            <a:lvl1pPr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Tables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744CF-E16C-131A-596D-7B6257CA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D180F-FFA0-487A-FF93-A845F59E752B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89D3D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22D416-311D-BD53-33EF-F32093E51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50" y="2262397"/>
            <a:ext cx="4107547" cy="22662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r>
              <a:rPr lang="en-US" sz="1600" b="0" dirty="0">
                <a:solidFill>
                  <a:srgbClr val="6D6E82"/>
                </a:solidFill>
              </a:rPr>
              <a:t>This slide contains the design to use for the display of tables.</a:t>
            </a:r>
          </a:p>
          <a:p>
            <a:r>
              <a:rPr lang="en-US" sz="1600" b="0" dirty="0">
                <a:solidFill>
                  <a:srgbClr val="6D6E82"/>
                </a:solidFill>
              </a:rPr>
              <a:t>To use, please copy and paste the table and insert your data accordingly. </a:t>
            </a:r>
          </a:p>
          <a:p>
            <a:r>
              <a:rPr lang="en-US" sz="1600" b="0" dirty="0">
                <a:solidFill>
                  <a:srgbClr val="6D6E82"/>
                </a:solidFill>
              </a:rPr>
              <a:t>Please do not alter the table’s font </a:t>
            </a:r>
            <a:r>
              <a:rPr lang="en-US" sz="1600" b="0" dirty="0" err="1">
                <a:solidFill>
                  <a:srgbClr val="6D6E82"/>
                </a:solidFill>
              </a:rPr>
              <a:t>colours</a:t>
            </a:r>
            <a:r>
              <a:rPr lang="en-US" sz="1600" b="0" dirty="0">
                <a:solidFill>
                  <a:srgbClr val="6D6E82"/>
                </a:solidFill>
              </a:rPr>
              <a:t> or font type and style. Any other </a:t>
            </a:r>
            <a:r>
              <a:rPr lang="en-US" sz="1600" b="0" dirty="0" err="1">
                <a:solidFill>
                  <a:srgbClr val="6D6E82"/>
                </a:solidFill>
              </a:rPr>
              <a:t>colours</a:t>
            </a:r>
            <a:r>
              <a:rPr lang="en-US" sz="1600" b="0" dirty="0">
                <a:solidFill>
                  <a:srgbClr val="6D6E82"/>
                </a:solidFill>
              </a:rPr>
              <a:t> used must follow BFI’s </a:t>
            </a:r>
            <a:r>
              <a:rPr lang="en-US" sz="1600" b="0" dirty="0" err="1">
                <a:solidFill>
                  <a:srgbClr val="6D6E82"/>
                </a:solidFill>
              </a:rPr>
              <a:t>colour</a:t>
            </a:r>
            <a:r>
              <a:rPr lang="en-US" sz="1600" b="0" dirty="0">
                <a:solidFill>
                  <a:srgbClr val="6D6E82"/>
                </a:solidFill>
              </a:rPr>
              <a:t> scheme from the </a:t>
            </a:r>
            <a:r>
              <a:rPr lang="en-US" sz="1600" b="0" i="1" dirty="0">
                <a:solidFill>
                  <a:srgbClr val="6D6E82"/>
                </a:solidFill>
              </a:rPr>
              <a:t>Brand Guideline</a:t>
            </a:r>
            <a:r>
              <a:rPr lang="en-US" sz="1600" b="0" dirty="0">
                <a:solidFill>
                  <a:srgbClr val="6D6E82"/>
                </a:solidFill>
              </a:rPr>
              <a:t>. 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A008D123-2B0F-55A1-CD21-D433BB492FA8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499100" y="1360480"/>
            <a:ext cx="6267450" cy="3558212"/>
          </a:xfrm>
          <a:prstGeom prst="rect">
            <a:avLst/>
          </a:prstGeom>
        </p:spPr>
        <p:txBody>
          <a:bodyPr/>
          <a:lstStyle>
            <a:lvl1pPr>
              <a:defRPr sz="2000" i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icon in the center to auto-create a Table.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967ADF9-9363-8AC9-2D58-CE79ACCD2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6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1FA8D-B5D9-E740-3487-4B7550B4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0410B-8E7D-29A9-E602-AA41EEE81CA7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018E732-0380-2166-65AD-1FD48E0D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698" y="591652"/>
            <a:ext cx="3774606" cy="478755"/>
          </a:xfrm>
          <a:prstGeom prst="rect">
            <a:avLst/>
          </a:prstGeom>
        </p:spPr>
        <p:txBody>
          <a:bodyPr anchor="t" anchorCtr="0"/>
          <a:lstStyle>
            <a:lvl1pPr>
              <a:defRPr sz="30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Charts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97773F7-E7DF-B2D6-118F-77CE6CE61A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450" y="1226652"/>
            <a:ext cx="11438801" cy="12955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>
                <a:solidFill>
                  <a:srgbClr val="6D6E82"/>
                </a:solidFill>
              </a:defRPr>
            </a:lvl2pPr>
            <a:lvl3pPr marL="914400" indent="0">
              <a:buNone/>
              <a:defRPr sz="1600">
                <a:solidFill>
                  <a:srgbClr val="6D6E82"/>
                </a:solidFill>
              </a:defRPr>
            </a:lvl3pPr>
            <a:lvl4pPr marL="1371600" indent="0">
              <a:buNone/>
              <a:defRPr sz="1600">
                <a:solidFill>
                  <a:srgbClr val="6D6E82"/>
                </a:solidFill>
              </a:defRPr>
            </a:lvl4pPr>
            <a:lvl5pPr marL="1828800" indent="0">
              <a:buNone/>
              <a:defRPr sz="1600">
                <a:solidFill>
                  <a:srgbClr val="6D6E82"/>
                </a:solidFill>
              </a:defRPr>
            </a:lvl5pPr>
          </a:lstStyle>
          <a:p>
            <a:r>
              <a:rPr lang="en-US" sz="1600" b="0" dirty="0">
                <a:solidFill>
                  <a:srgbClr val="6D6E82"/>
                </a:solidFill>
              </a:rPr>
              <a:t>This slide contains the chart options you may choose to use. </a:t>
            </a:r>
          </a:p>
          <a:p>
            <a:r>
              <a:rPr lang="en-US" sz="1600" b="0" dirty="0">
                <a:solidFill>
                  <a:srgbClr val="6D6E82"/>
                </a:solidFill>
              </a:rPr>
              <a:t>To use, please copy and paste any of the chart options below and insert your data accordingly. </a:t>
            </a:r>
          </a:p>
          <a:p>
            <a:r>
              <a:rPr lang="en-US" sz="1600" b="0" dirty="0">
                <a:solidFill>
                  <a:srgbClr val="6D6E82"/>
                </a:solidFill>
              </a:rPr>
              <a:t>Please do not alter the charts’ font </a:t>
            </a:r>
            <a:r>
              <a:rPr lang="en-US" sz="1600" b="0" dirty="0" err="1">
                <a:solidFill>
                  <a:srgbClr val="6D6E82"/>
                </a:solidFill>
              </a:rPr>
              <a:t>colours</a:t>
            </a:r>
            <a:r>
              <a:rPr lang="en-US" sz="1600" b="0" dirty="0">
                <a:solidFill>
                  <a:srgbClr val="6D6E82"/>
                </a:solidFill>
              </a:rPr>
              <a:t> or font type and style. Any other </a:t>
            </a:r>
            <a:r>
              <a:rPr lang="en-US" sz="1600" b="0" dirty="0" err="1">
                <a:solidFill>
                  <a:srgbClr val="6D6E82"/>
                </a:solidFill>
              </a:rPr>
              <a:t>colours</a:t>
            </a:r>
            <a:r>
              <a:rPr lang="en-US" sz="1600" b="0" dirty="0">
                <a:solidFill>
                  <a:srgbClr val="6D6E82"/>
                </a:solidFill>
              </a:rPr>
              <a:t> used must follow BFI’s </a:t>
            </a:r>
            <a:r>
              <a:rPr lang="en-US" sz="1600" b="0" dirty="0" err="1">
                <a:solidFill>
                  <a:srgbClr val="6D6E82"/>
                </a:solidFill>
              </a:rPr>
              <a:t>colour</a:t>
            </a:r>
            <a:r>
              <a:rPr lang="en-US" sz="1600" b="0" dirty="0">
                <a:solidFill>
                  <a:srgbClr val="6D6E82"/>
                </a:solidFill>
              </a:rPr>
              <a:t> scheme from the </a:t>
            </a:r>
            <a:r>
              <a:rPr lang="en-US" sz="1600" b="0" i="1" dirty="0">
                <a:solidFill>
                  <a:srgbClr val="6D6E82"/>
                </a:solidFill>
              </a:rPr>
              <a:t>Brand Guideline</a:t>
            </a:r>
            <a:r>
              <a:rPr lang="en-US" sz="1600" b="0" dirty="0">
                <a:solidFill>
                  <a:srgbClr val="6D6E82"/>
                </a:solidFill>
              </a:rPr>
              <a:t>.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500531D-AD4C-4D4E-AE7C-1406F06591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1049F5C2-7DEE-F93D-FD6A-97987AC3856F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24698" y="2678427"/>
            <a:ext cx="5671302" cy="37093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i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icon in the center to insert chart</a:t>
            </a:r>
          </a:p>
        </p:txBody>
      </p:sp>
      <p:sp>
        <p:nvSpPr>
          <p:cNvPr id="17" name="Chart Placeholder 12">
            <a:extLst>
              <a:ext uri="{FF2B5EF4-FFF2-40B4-BE49-F238E27FC236}">
                <a16:creationId xmlns:a16="http://schemas.microsoft.com/office/drawing/2014/main" id="{867EF01C-ABCD-E2F4-E90E-2E9BC882100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144850" y="2678427"/>
            <a:ext cx="5671302" cy="37093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i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icon in the center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244069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7B0C-037F-DE74-5F18-DD9DE04237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749" y="641380"/>
            <a:ext cx="11536502" cy="5243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5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1800E-E1E2-3968-6184-568FB067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F54142-6B00-B640-C506-0D7BFE7171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EBF592-B05B-1F92-9644-FFD1A30228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1729126"/>
            <a:ext cx="11537950" cy="2258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accent5"/>
                </a:solidFill>
              </a:defRPr>
            </a:lvl2pPr>
            <a:lvl3pPr marL="1143000" indent="-228600">
              <a:lnSpc>
                <a:spcPct val="100000"/>
              </a:lnSpc>
              <a:buFont typeface="Aptos" panose="020B0004020202020204" pitchFamily="34" charset="0"/>
              <a:buChar char="+"/>
              <a:defRPr sz="1800">
                <a:solidFill>
                  <a:schemeClr val="accent5"/>
                </a:solidFill>
              </a:defRPr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5"/>
                </a:solidFill>
              </a:defRPr>
            </a:lvl4pPr>
            <a:lvl5pPr marL="2057400" indent="-228600">
              <a:lnSpc>
                <a:spcPct val="100000"/>
              </a:lnSpc>
              <a:buFont typeface="Aptos" panose="020B0004020202020204" pitchFamily="34" charset="0"/>
              <a:buChar char="→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57435F-E964-38A6-8DD3-95FE8C878984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4FAADC-156D-624F-C7A3-DCE6816E53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025" y="1249363"/>
            <a:ext cx="11536363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8917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7E26-53EC-E1E9-FB33-5E70EDF2E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750" y="1681163"/>
            <a:ext cx="5669826" cy="82391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4DC67-DF2E-CDFC-5F1B-8F721AB02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692050" cy="82391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FE322-0BEB-7D08-15C5-39936BEC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980585-7F6A-1FFE-017D-0B353F884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F18CC16-4914-9A48-D9E0-108E8AF57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749" y="641380"/>
            <a:ext cx="11536502" cy="5243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5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783F2F4-3B49-D9F9-8DA7-45131AB2A5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2505075"/>
            <a:ext cx="5669826" cy="39477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accent5"/>
                </a:solidFill>
              </a:defRPr>
            </a:lvl2pPr>
            <a:lvl3pPr marL="1143000" indent="-228600">
              <a:lnSpc>
                <a:spcPct val="100000"/>
              </a:lnSpc>
              <a:buFont typeface="Aptos" panose="020B0004020202020204" pitchFamily="34" charset="0"/>
              <a:buChar char="+"/>
              <a:defRPr sz="1800">
                <a:solidFill>
                  <a:schemeClr val="accent5"/>
                </a:solidFill>
              </a:defRPr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5"/>
                </a:solidFill>
              </a:defRPr>
            </a:lvl4pPr>
            <a:lvl5pPr marL="2057400" indent="-228600">
              <a:lnSpc>
                <a:spcPct val="100000"/>
              </a:lnSpc>
              <a:buFont typeface="Aptos" panose="020B0004020202020204" pitchFamily="34" charset="0"/>
              <a:buChar char="→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EC00AD1-644E-6CE7-44E9-76DF538C6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505075"/>
            <a:ext cx="5692050" cy="39477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5"/>
                </a:solidFill>
              </a:defRPr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accent5"/>
                </a:solidFill>
              </a:defRPr>
            </a:lvl2pPr>
            <a:lvl3pPr marL="1143000" indent="-228600">
              <a:lnSpc>
                <a:spcPct val="100000"/>
              </a:lnSpc>
              <a:buFont typeface="Aptos" panose="020B0004020202020204" pitchFamily="34" charset="0"/>
              <a:buChar char="+"/>
              <a:defRPr sz="1800">
                <a:solidFill>
                  <a:schemeClr val="accent5"/>
                </a:solidFill>
              </a:defRPr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5"/>
                </a:solidFill>
              </a:defRPr>
            </a:lvl4pPr>
            <a:lvl5pPr marL="2057400" indent="-228600">
              <a:lnSpc>
                <a:spcPct val="100000"/>
              </a:lnSpc>
              <a:buFont typeface="Aptos" panose="020B0004020202020204" pitchFamily="34" charset="0"/>
              <a:buChar char="→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6DACCF-95BA-C214-3F40-5E1D3F497C12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BFC35F6-45DE-8D7E-2C9C-11E071F53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025" y="1249363"/>
            <a:ext cx="11536363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03855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883F-6547-06AC-B400-FFEC8609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50" y="683954"/>
            <a:ext cx="3199841" cy="1373446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E2B15-1078-4E45-D0DE-51C6CC2BF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7750" y="2057400"/>
            <a:ext cx="3199841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CDB58-EAE7-6BB9-82AA-2D93FF24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A8360D-8C70-2C7C-0B08-FB75A6BC05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97688A-80C9-6484-29AC-4264EE7845D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00463" y="683954"/>
            <a:ext cx="8164512" cy="574224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2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2000">
                <a:solidFill>
                  <a:schemeClr val="accent2"/>
                </a:solidFill>
              </a:defRPr>
            </a:lvl2pPr>
            <a:lvl3pPr marL="1143000" indent="-228600">
              <a:buFont typeface="Aptos" panose="020B0004020202020204" pitchFamily="34" charset="0"/>
              <a:buChar char="+"/>
              <a:defRPr sz="1800">
                <a:solidFill>
                  <a:schemeClr val="accent2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accent2"/>
                </a:solidFill>
              </a:defRPr>
            </a:lvl4pPr>
            <a:lvl5pPr marL="2057400" indent="-228600">
              <a:buFont typeface="Aptos" panose="020B0004020202020204" pitchFamily="34" charset="0"/>
              <a:buChar char="→"/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C8CE8-67B4-6F79-630B-CF1907606D5E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8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5CA7A-F1D9-A083-76D3-E0BD14997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81569B-20A4-6899-9B14-D5696FACA5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645B5B-B5FD-9AC2-5186-EEAD13E26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1252426"/>
            <a:ext cx="11537950" cy="17421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2"/>
                </a:solidFill>
              </a:defRPr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accent2"/>
                </a:solidFill>
              </a:defRPr>
            </a:lvl2pPr>
            <a:lvl3pPr marL="1143000" indent="-228600">
              <a:lnSpc>
                <a:spcPct val="100000"/>
              </a:lnSpc>
              <a:buFont typeface="Aptos" panose="020B0004020202020204" pitchFamily="34" charset="0"/>
              <a:buChar char="+"/>
              <a:defRPr sz="1800">
                <a:solidFill>
                  <a:schemeClr val="accent2"/>
                </a:solidFill>
              </a:defRPr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2"/>
                </a:solidFill>
              </a:defRPr>
            </a:lvl4pPr>
            <a:lvl5pPr marL="2057400" indent="-228600">
              <a:lnSpc>
                <a:spcPct val="100000"/>
              </a:lnSpc>
              <a:buFont typeface="Aptos" panose="020B0004020202020204" pitchFamily="34" charset="0"/>
              <a:buChar char="→"/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0413C7C6-2AC1-A5D3-98B4-C72DC618C24D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327024" y="3136900"/>
            <a:ext cx="5220767" cy="2825750"/>
          </a:xfrm>
          <a:prstGeom prst="rect">
            <a:avLst/>
          </a:prstGeom>
        </p:spPr>
        <p:txBody>
          <a:bodyPr/>
          <a:lstStyle>
            <a:lvl1pPr>
              <a:defRPr sz="1600" i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on icon below to insert SmartArt graphic</a:t>
            </a:r>
          </a:p>
        </p:txBody>
      </p:sp>
      <p:sp>
        <p:nvSpPr>
          <p:cNvPr id="9" name="SmartArt Placeholder 7">
            <a:extLst>
              <a:ext uri="{FF2B5EF4-FFF2-40B4-BE49-F238E27FC236}">
                <a16:creationId xmlns:a16="http://schemas.microsoft.com/office/drawing/2014/main" id="{DCD1C39F-49FF-1710-AD1F-4E141EA12FDD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6643484" y="3136900"/>
            <a:ext cx="5220767" cy="2825750"/>
          </a:xfrm>
          <a:prstGeom prst="rect">
            <a:avLst/>
          </a:prstGeom>
        </p:spPr>
        <p:txBody>
          <a:bodyPr/>
          <a:lstStyle>
            <a:lvl1pPr>
              <a:defRPr sz="1600" i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on icon below to insert SmartArt graphic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70ED1-2FB4-63CD-8389-7FDFB697CAD7}"/>
              </a:ext>
            </a:extLst>
          </p:cNvPr>
          <p:cNvSpPr/>
          <p:nvPr userDrawn="1"/>
        </p:nvSpPr>
        <p:spPr>
          <a:xfrm>
            <a:off x="0" y="0"/>
            <a:ext cx="166255" cy="6858000"/>
          </a:xfrm>
          <a:prstGeom prst="rect">
            <a:avLst/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2C2990-E4DF-A84F-8FAF-52BA52ADED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7025" y="652355"/>
            <a:ext cx="11537950" cy="5446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 i="0">
                <a:solidFill>
                  <a:schemeClr val="accent3"/>
                </a:solidFill>
              </a:defRPr>
            </a:lvl1pPr>
            <a:lvl2pPr marL="457200" indent="0">
              <a:buNone/>
              <a:defRPr b="1" i="0">
                <a:solidFill>
                  <a:schemeClr val="tx2"/>
                </a:solidFill>
              </a:defRPr>
            </a:lvl2pPr>
            <a:lvl3pPr marL="914400" indent="0">
              <a:buNone/>
              <a:defRPr b="1" i="0">
                <a:solidFill>
                  <a:schemeClr val="tx2"/>
                </a:solidFill>
              </a:defRPr>
            </a:lvl3pPr>
            <a:lvl4pPr marL="1371600" indent="0">
              <a:buNone/>
              <a:defRPr b="1" i="0">
                <a:solidFill>
                  <a:schemeClr val="tx2"/>
                </a:solidFill>
              </a:defRPr>
            </a:lvl4pPr>
            <a:lvl5pPr marL="1828800" indent="0">
              <a:buNone/>
              <a:defRPr b="1" i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5366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F54FE5-FF27-D328-EF9E-20F6271C46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8944652" y="0"/>
            <a:ext cx="3247348" cy="6858000"/>
          </a:xfrm>
          <a:prstGeom prst="round1Rect">
            <a:avLst/>
          </a:prstGeom>
          <a:solidFill>
            <a:schemeClr val="accent3"/>
          </a:solidFill>
        </p:spPr>
        <p:txBody>
          <a:bodyPr/>
          <a:lstStyle>
            <a:lvl1pPr>
              <a:defRPr sz="1800" i="1">
                <a:solidFill>
                  <a:schemeClr val="bg1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to insert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1156C-9F2B-9815-50BC-B11713E14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3262" y="6503790"/>
            <a:ext cx="514424" cy="194217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760C71-8D9C-3370-C89D-0FE140764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9708" y="6396239"/>
            <a:ext cx="1041872" cy="3017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BA74F6-DC6F-46C4-63D4-516A7AF74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749" y="641380"/>
            <a:ext cx="8359937" cy="52437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5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91B620-384B-B9D2-C470-4F210CE5D7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1729126"/>
            <a:ext cx="8359937" cy="182006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2"/>
                </a:solidFill>
              </a:defRPr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accent2"/>
                </a:solidFill>
              </a:defRPr>
            </a:lvl2pPr>
            <a:lvl3pPr marL="1143000" indent="-228600">
              <a:lnSpc>
                <a:spcPct val="100000"/>
              </a:lnSpc>
              <a:buFont typeface="Aptos" panose="020B0004020202020204" pitchFamily="34" charset="0"/>
              <a:buChar char="+"/>
              <a:defRPr sz="1800">
                <a:solidFill>
                  <a:schemeClr val="accent2"/>
                </a:solidFill>
              </a:defRPr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2"/>
                </a:solidFill>
              </a:defRPr>
            </a:lvl4pPr>
            <a:lvl5pPr marL="2057400" indent="-228600">
              <a:lnSpc>
                <a:spcPct val="100000"/>
              </a:lnSpc>
              <a:buFont typeface="Aptos" panose="020B0004020202020204" pitchFamily="34" charset="0"/>
              <a:buChar char="→"/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bullet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A95FCD69-F203-962A-BE9D-3F618BA873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025" y="1249363"/>
            <a:ext cx="8359937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9968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3DF31-B970-977C-18D7-2D989770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D29EA9-9C59-BDFA-3A99-56E3A255FA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79" y="208239"/>
            <a:ext cx="1041872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89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04D3798-F587-CA06-DC62-97F9CBF39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749" y="235768"/>
            <a:ext cx="1188334" cy="344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3814EC-0AFD-385E-C1DD-797561FB5B68}"/>
              </a:ext>
            </a:extLst>
          </p:cNvPr>
          <p:cNvSpPr txBox="1"/>
          <p:nvPr userDrawn="1"/>
        </p:nvSpPr>
        <p:spPr>
          <a:xfrm>
            <a:off x="9978241" y="333737"/>
            <a:ext cx="1886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rgbClr val="389D3D"/>
                </a:solidFill>
              </a:rPr>
              <a:t>bfi.com.bn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B247B-D75C-3DA1-E34E-D067FB87C46E}"/>
              </a:ext>
            </a:extLst>
          </p:cNvPr>
          <p:cNvSpPr txBox="1"/>
          <p:nvPr userDrawn="1"/>
        </p:nvSpPr>
        <p:spPr>
          <a:xfrm>
            <a:off x="4680003" y="3036585"/>
            <a:ext cx="28319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500" b="1" dirty="0">
                <a:solidFill>
                  <a:srgbClr val="389D3D"/>
                </a:solidFill>
              </a:rPr>
              <a:t>Thank you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B4A902-20CF-FAE0-6E83-B7B535F9FEF5}"/>
              </a:ext>
            </a:extLst>
          </p:cNvPr>
          <p:cNvGrpSpPr/>
          <p:nvPr userDrawn="1"/>
        </p:nvGrpSpPr>
        <p:grpSpPr>
          <a:xfrm>
            <a:off x="2468397" y="3989494"/>
            <a:ext cx="7298488" cy="529112"/>
            <a:chOff x="2954299" y="4021162"/>
            <a:chExt cx="7298488" cy="5291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0A0CAB-C905-DD5D-417A-E90228214D75}"/>
                </a:ext>
              </a:extLst>
            </p:cNvPr>
            <p:cNvSpPr txBox="1"/>
            <p:nvPr/>
          </p:nvSpPr>
          <p:spPr>
            <a:xfrm>
              <a:off x="2954299" y="4027054"/>
              <a:ext cx="14593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D6E82"/>
                  </a:solidFill>
                </a:rPr>
                <a:t>Website</a:t>
              </a:r>
            </a:p>
            <a:p>
              <a:pPr algn="ctr"/>
              <a:r>
                <a:rPr lang="en-US" sz="1400" dirty="0">
                  <a:solidFill>
                    <a:srgbClr val="6D6E82"/>
                  </a:solidFill>
                </a:rPr>
                <a:t>www.bfi.com.bn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FAD76F-9D59-A5C6-E431-439E1A6EAA7C}"/>
                </a:ext>
              </a:extLst>
            </p:cNvPr>
            <p:cNvSpPr txBox="1"/>
            <p:nvPr/>
          </p:nvSpPr>
          <p:spPr>
            <a:xfrm>
              <a:off x="4719597" y="4027054"/>
              <a:ext cx="22417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D6E82"/>
                  </a:solidFill>
                </a:rPr>
                <a:t>Instagram</a:t>
              </a:r>
            </a:p>
            <a:p>
              <a:pPr algn="ctr"/>
              <a:r>
                <a:rPr lang="en-US" sz="1400" dirty="0">
                  <a:solidFill>
                    <a:srgbClr val="6D6E82"/>
                  </a:solidFill>
                </a:rPr>
                <a:t>@bruneifertilizerindustries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274155-8DED-7522-6798-1656A2044587}"/>
                </a:ext>
              </a:extLst>
            </p:cNvPr>
            <p:cNvSpPr txBox="1"/>
            <p:nvPr/>
          </p:nvSpPr>
          <p:spPr>
            <a:xfrm>
              <a:off x="7224008" y="4021162"/>
              <a:ext cx="30287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D6E82"/>
                  </a:solidFill>
                </a:rPr>
                <a:t>LinkedIn</a:t>
              </a:r>
            </a:p>
            <a:p>
              <a:pPr algn="ctr"/>
              <a:r>
                <a:rPr lang="en-US" sz="1400" dirty="0">
                  <a:solidFill>
                    <a:srgbClr val="6D6E82"/>
                  </a:solidFill>
                </a:rPr>
                <a:t>Brunei Fertilizer Industries Sdn. Bhd.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9361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839E292E-DEA1-11D9-7CF9-D4C0FFB1A0A6}"/>
              </a:ext>
            </a:extLst>
          </p:cNvPr>
          <p:cNvSpPr/>
          <p:nvPr userDrawn="1"/>
        </p:nvSpPr>
        <p:spPr>
          <a:xfrm rot="10800000">
            <a:off x="0" y="0"/>
            <a:ext cx="4476584" cy="6858000"/>
          </a:xfrm>
          <a:prstGeom prst="snipRoundRect">
            <a:avLst>
              <a:gd name="adj1" fmla="val 7601"/>
              <a:gd name="adj2" fmla="val 0"/>
            </a:avLst>
          </a:prstGeom>
          <a:solidFill>
            <a:srgbClr val="389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8FC10C-66BF-F921-27F3-CE3C5BB5F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732" y="2553863"/>
            <a:ext cx="3760966" cy="478755"/>
          </a:xfrm>
          <a:prstGeom prst="rect">
            <a:avLst/>
          </a:prstGeom>
        </p:spPr>
        <p:txBody>
          <a:bodyPr anchor="t" anchorCtr="0"/>
          <a:lstStyle>
            <a:lvl1pPr algn="r">
              <a:defRPr sz="3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Summary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64007FF-66EA-3008-4E47-F644FBBE7B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64" y="3104874"/>
            <a:ext cx="3097033" cy="77138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solidFill>
                  <a:srgbClr val="F9F9F9"/>
                </a:solidFill>
              </a:rPr>
              <a:t>Insert a concise summary of your presentation content which captures key takeaways.  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5A1824C-86B4-9860-5B27-4D928197C9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2200" y="1697038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6B35A27-A3F5-699B-C4B9-95370D15D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3400" y="1697039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033B312-9A6C-8EB7-EE29-37F1D5AF26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2200" y="2205284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78673F2C-CE4E-7943-0379-E9509AF01F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3400" y="2205285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3929970-F9A7-87BA-C719-B3D3098E3E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2200" y="2713530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CA06ED1F-AA02-0221-E883-B73BAAAC53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13400" y="2713531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9D2BAE36-7F4C-3B11-983B-4D3D716C64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2200" y="3221776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6DB8359-B023-2B03-194B-6F46E9D55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13400" y="3221777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0FAC7977-D18D-006B-492F-1A09350FED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2200" y="3730021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C6E75942-780F-3E4A-2853-AE4F62022E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13400" y="3730022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93AB40B7-41F9-663D-B571-BA9C385DF3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02200" y="4238267"/>
            <a:ext cx="551206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03EB1E79-F3CE-4A64-2D8C-4B8D0F0404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13400" y="4238268"/>
            <a:ext cx="6211888" cy="348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98FD3DE-C16B-8074-6C17-4CAA491ACC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49827" y="6600148"/>
            <a:ext cx="514424" cy="194217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bg1">
                    <a:lumMod val="50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0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40AB6-77A7-B851-87CB-A816CA139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9827" y="6600148"/>
            <a:ext cx="514424" cy="1942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6D6E82"/>
                </a:solidFill>
                <a:latin typeface="Aptos Light" panose="020B0004020202020204" pitchFamily="34" charset="0"/>
              </a:defRPr>
            </a:lvl1pPr>
          </a:lstStyle>
          <a:p>
            <a:fld id="{96C6B819-CF03-4E36-900A-F849654B3E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072A9-D0C3-6A2F-73A3-822A467DEDCF}"/>
              </a:ext>
            </a:extLst>
          </p:cNvPr>
          <p:cNvSpPr txBox="1"/>
          <p:nvPr userDrawn="1"/>
        </p:nvSpPr>
        <p:spPr>
          <a:xfrm>
            <a:off x="327749" y="6471200"/>
            <a:ext cx="55109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  <a:latin typeface="Aptos Narrow" panose="020B0004020202020204" pitchFamily="34" charset="0"/>
              </a:rPr>
              <a:t>CONFIDENTIAL</a:t>
            </a:r>
          </a:p>
          <a:p>
            <a:r>
              <a:rPr lang="en-US" sz="700" b="1" dirty="0">
                <a:solidFill>
                  <a:srgbClr val="C00000"/>
                </a:solidFill>
                <a:latin typeface="Aptos Narrow" panose="020B0004020202020204" pitchFamily="34" charset="0"/>
              </a:rPr>
              <a:t>Any </a:t>
            </a:r>
            <a:r>
              <a:rPr lang="en-US" sz="700" b="1" dirty="0" err="1">
                <a:solidFill>
                  <a:srgbClr val="C00000"/>
                </a:solidFill>
                <a:latin typeface="Aptos Narrow" panose="020B0004020202020204" pitchFamily="34" charset="0"/>
              </a:rPr>
              <a:t>unauthorised</a:t>
            </a:r>
            <a:r>
              <a:rPr lang="en-US" sz="700" b="1" dirty="0">
                <a:solidFill>
                  <a:srgbClr val="C00000"/>
                </a:solidFill>
                <a:latin typeface="Aptos Narrow" panose="020B0004020202020204" pitchFamily="34" charset="0"/>
              </a:rPr>
              <a:t> use of the information contained herein is strictly prohibited. Do not circulate or distribute without permission from BFI.</a:t>
            </a:r>
          </a:p>
        </p:txBody>
      </p:sp>
    </p:spTree>
    <p:extLst>
      <p:ext uri="{BB962C8B-B14F-4D97-AF65-F5344CB8AC3E}">
        <p14:creationId xmlns:p14="http://schemas.microsoft.com/office/powerpoint/2010/main" val="73480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0" r:id="rId3"/>
    <p:sldLayoutId id="2147483658" r:id="rId4"/>
    <p:sldLayoutId id="2147483659" r:id="rId5"/>
    <p:sldLayoutId id="2147483651" r:id="rId6"/>
    <p:sldLayoutId id="2147483652" r:id="rId7"/>
    <p:sldLayoutId id="2147483654" r:id="rId8"/>
    <p:sldLayoutId id="2147483653" r:id="rId9"/>
    <p:sldLayoutId id="2147483656" r:id="rId10"/>
    <p:sldLayoutId id="2147483673" r:id="rId11"/>
    <p:sldLayoutId id="2147483657" r:id="rId12"/>
    <p:sldLayoutId id="2147483655" r:id="rId13"/>
    <p:sldLayoutId id="214748367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C2D7B8D-0613-5C3C-3E76-5A9DAF837C86}"/>
              </a:ext>
            </a:extLst>
          </p:cNvPr>
          <p:cNvSpPr txBox="1"/>
          <p:nvPr userDrawn="1"/>
        </p:nvSpPr>
        <p:spPr>
          <a:xfrm>
            <a:off x="4874150" y="6471200"/>
            <a:ext cx="59226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  <a:latin typeface="Aptos Narrow" panose="020B0004020202020204" pitchFamily="34" charset="0"/>
              </a:rPr>
              <a:t>CONFIDENTIAL</a:t>
            </a:r>
          </a:p>
          <a:p>
            <a:r>
              <a:rPr lang="en-US" sz="700" b="1" dirty="0">
                <a:solidFill>
                  <a:srgbClr val="C00000"/>
                </a:solidFill>
                <a:latin typeface="Aptos Narrow" panose="020B0004020202020204" pitchFamily="34" charset="0"/>
              </a:rPr>
              <a:t>Any </a:t>
            </a:r>
            <a:r>
              <a:rPr lang="en-US" sz="700" b="1" dirty="0" err="1">
                <a:solidFill>
                  <a:srgbClr val="C00000"/>
                </a:solidFill>
                <a:latin typeface="Aptos Narrow" panose="020B0004020202020204" pitchFamily="34" charset="0"/>
              </a:rPr>
              <a:t>unauthorised</a:t>
            </a:r>
            <a:r>
              <a:rPr lang="en-US" sz="700" b="1" dirty="0">
                <a:solidFill>
                  <a:srgbClr val="C00000"/>
                </a:solidFill>
                <a:latin typeface="Aptos Narrow" panose="020B0004020202020204" pitchFamily="34" charset="0"/>
              </a:rPr>
              <a:t> use of the information contained herein is strictly prohibited. Do not circulate or distribute without permission from BFI.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28BEF62-0682-A068-9106-8BD0482F43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4150" y="222871"/>
            <a:ext cx="1615631" cy="467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25C6EB-FEDE-9043-E2AE-3A319876F296}"/>
              </a:ext>
            </a:extLst>
          </p:cNvPr>
          <p:cNvSpPr txBox="1"/>
          <p:nvPr userDrawn="1"/>
        </p:nvSpPr>
        <p:spPr>
          <a:xfrm>
            <a:off x="9974265" y="333736"/>
            <a:ext cx="1886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rgbClr val="389D3D"/>
                </a:solidFill>
              </a:rPr>
              <a:t>bfi.com.bn</a:t>
            </a:r>
          </a:p>
        </p:txBody>
      </p:sp>
    </p:spTree>
    <p:extLst>
      <p:ext uri="{BB962C8B-B14F-4D97-AF65-F5344CB8AC3E}">
        <p14:creationId xmlns:p14="http://schemas.microsoft.com/office/powerpoint/2010/main" val="370543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DA3082-E037-DFD7-7B65-8BB0355553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AC8A-51A3-A25B-DA16-FFD7DBDC2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F3774-AC31-D827-35FE-338CD49B74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6A765-F033-580E-E54E-455C810D0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3F8F2D-A12A-AC7A-8E55-9758B3933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B66666-DAF6-7DEF-91BB-B7FD0797A5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3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A32D6318-3E4B-D9D7-79BE-37A5F726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80E16A4-E2B7-92CA-F158-3364D67F3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592F5E0-C5A6-608D-A087-5173D4615C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B3C2C8C-5163-E4CC-2245-DDCA545E8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FFFF00C-AD15-C266-CD08-A3132C5147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4DEE70E-172D-02E6-0780-4D5C29E11A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943C81D-DC56-46BD-0FE0-274B3E46D1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175C046-80B1-C5CA-2C29-8D488F173C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0FAAEB6-416C-14DF-6EC7-E775B7F7DD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47EDD13-77DC-3650-34C9-1582BA81DF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6F030A5-1704-12F3-98E2-E2A1207C71B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1C43E2A-3F0E-F53F-DF2F-CAE999FC2E9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712D19-62C0-B387-8571-21C6286372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A82B234D-5479-8C83-EB25-CD3BEEADD1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757BCC3-8345-5E58-EF98-6CA0C4CBE66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512589E-531B-3C15-1C65-06971BB3391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1B2B7C5-EB32-A249-2B3F-F9248C906EC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CA00E8B-7187-7E12-68CC-68EA2FAE9B8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3DCD0D7-867C-B857-D44C-FA66C43580D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B5DC00E-BBAC-04E9-426B-D6AFC55B9A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1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3E17-1806-09F0-4698-E6938F98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20893-7951-E791-29E6-7461FD323B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EA0ED-70C5-0CB2-991A-D9422BF9DF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35EF7-FAE5-71F5-EEAF-348508F41A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F1AF9E-BDA4-8758-1F48-3477572B5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788CAB-40A4-82F0-8267-BE2BC8C89E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D56DAB-CD91-0D28-7192-A893DD753E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248AB-57C6-AD05-0C91-8B39A7830E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276071-83FA-283D-46F1-7B026E9FEC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E6AB3D-6BAC-20EB-F800-52B3CDAB9D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DAC380-87EF-9F4F-1D5A-F5AA30299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9C5D948-2EF2-CA13-9E4C-B1AAF9B988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85FF7A-95F3-2488-0D6F-CAB68BF67B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655D624-6CDC-D36F-770A-8F1B74007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2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6B4FB-4192-2835-3FB3-DFED4F8A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13ED-EF99-491F-7D8D-8FB3324489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A7C29-710B-28DE-9939-021ECC3EB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5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7E678-44B7-71D2-13E2-32028AE16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D0813-EAFE-FF9E-DA85-E9BD58A4C8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894FD-17DF-2629-2B06-843877B75E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9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F7BE817-77D7-61EC-01DB-2B50BA71DF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0" y="-3"/>
            <a:ext cx="12192000" cy="468900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CCE726-9CE6-D62C-042C-FDAA99FBB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D042F-4362-C41A-AC66-24F378A381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DAE57-5B2F-0192-A3E4-761B32736C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0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CB9D-0B81-D7DC-A3FC-38FA5403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3E1C1-FB18-B0B9-9155-94EE01E1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D9A2D-6742-8B41-2D4B-09CC941F04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29AA1-E78D-7144-65EB-30F5964354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FEDDB5-BC65-8B86-B995-1494FB5CC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76A39-F6A3-1CA9-E4C6-95AAFFE72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CDC3A-98E0-0A5A-65A5-DE7ACB16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16E9DB-1C43-E5BB-A883-4BFE6C6F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D8E834-EE3E-2A5B-9F24-EFE048E6E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53EB54-E9E4-837A-3940-7AD421CCAB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0D27A0-32F7-A85E-1E2F-8974315174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D77C-FA11-91A2-97F1-DB1783B57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4332B-AEF1-2FDD-9C5F-244C8AC48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6329A-2207-B0F1-AD20-A537B23A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86D472-3C80-6069-668A-9855F6B9AA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2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9E9F45-BE24-DF1A-A581-655045AFA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5022A-FE6A-956C-C79C-E75384604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D477283D-8813-D399-9003-C560F7EC7BAA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9DCED4D5-0987-24FA-E1C7-B45B390AE37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44B7F2-89FC-EA79-F138-E0A8EA391B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8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7497A86-6776-B6D9-B83F-0E606627BF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F9CABD-FAF5-95BA-10F8-0198BE8C1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078F47-90BD-08B4-89A1-9186B9A3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9C874-58B4-E1EA-8F47-DC97AC6BF3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C6F494-0AE1-E7F1-D2C5-B06F67300E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4FD4-94F1-355B-2BBB-0FD812D4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EDAAF2-298F-B3F3-E661-7BDE0B34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763D5-E805-A166-98DB-BD8AB580F5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CF3F79E-9351-2622-7D5D-62718600D25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EC504-5720-BAD9-8E05-9E5AD9F6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6B819-CF03-4E36-900A-F849654B3ED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833397-701F-DB57-190A-E9ADE8F6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499F4-6A48-E436-6035-B0F7B0EDE0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FA8E9DD-996B-3EC4-5F9C-73C65B2B5D8F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BBB2186A-1E40-A974-6F1D-1A5A0D3CFF8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9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895819"/>
      </p:ext>
    </p:extLst>
  </p:cSld>
  <p:clrMapOvr>
    <a:masterClrMapping/>
  </p:clrMapOvr>
</p:sld>
</file>

<file path=ppt/theme/theme1.xml><?xml version="1.0" encoding="utf-8"?>
<a:theme xmlns:a="http://schemas.openxmlformats.org/drawingml/2006/main" name="BFI PowerPoint Masterslide 2025">
  <a:themeElements>
    <a:clrScheme name="BFI Colour Palette v.2025">
      <a:dk1>
        <a:srgbClr val="3F3F3F"/>
      </a:dk1>
      <a:lt1>
        <a:srgbClr val="FFFFFF"/>
      </a:lt1>
      <a:dk2>
        <a:srgbClr val="196B24"/>
      </a:dk2>
      <a:lt2>
        <a:srgbClr val="E8E8E8"/>
      </a:lt2>
      <a:accent1>
        <a:srgbClr val="196B24"/>
      </a:accent1>
      <a:accent2>
        <a:srgbClr val="3F3F3F"/>
      </a:accent2>
      <a:accent3>
        <a:srgbClr val="3A9B47"/>
      </a:accent3>
      <a:accent4>
        <a:srgbClr val="F2F2F2"/>
      </a:accent4>
      <a:accent5>
        <a:srgbClr val="3F3F3F"/>
      </a:accent5>
      <a:accent6>
        <a:srgbClr val="B3E5A1"/>
      </a:accent6>
      <a:hlink>
        <a:srgbClr val="196B24"/>
      </a:hlink>
      <a:folHlink>
        <a:srgbClr val="82A47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FI PowerPoint Masterslide 2025 (ToC)">
  <a:themeElements>
    <a:clrScheme name="BFI Colour Palette v.2025">
      <a:dk1>
        <a:sysClr val="windowText" lastClr="000000"/>
      </a:dk1>
      <a:lt1>
        <a:sysClr val="window" lastClr="FFFFFF"/>
      </a:lt1>
      <a:dk2>
        <a:srgbClr val="3F3F3F"/>
      </a:dk2>
      <a:lt2>
        <a:srgbClr val="E8E8E8"/>
      </a:lt2>
      <a:accent1>
        <a:srgbClr val="747474"/>
      </a:accent1>
      <a:accent2>
        <a:srgbClr val="0D3512"/>
      </a:accent2>
      <a:accent3>
        <a:srgbClr val="196B24"/>
      </a:accent3>
      <a:accent4>
        <a:srgbClr val="82A47B"/>
      </a:accent4>
      <a:accent5>
        <a:srgbClr val="B3E5A1"/>
      </a:accent5>
      <a:accent6>
        <a:srgbClr val="3A9B47"/>
      </a:accent6>
      <a:hlink>
        <a:srgbClr val="005847"/>
      </a:hlink>
      <a:folHlink>
        <a:srgbClr val="82A47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10</Words>
  <Application>Microsoft Office PowerPoint</Application>
  <PresentationFormat>Widescreen</PresentationFormat>
  <Paragraphs>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Light</vt:lpstr>
      <vt:lpstr>Aptos Narrow</vt:lpstr>
      <vt:lpstr>Arial</vt:lpstr>
      <vt:lpstr>Courier New</vt:lpstr>
      <vt:lpstr>Wingdings</vt:lpstr>
      <vt:lpstr>BFI PowerPoint Masterslide 2025</vt:lpstr>
      <vt:lpstr>BFI PowerPoint Masterslide 2025 (ToC)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Norfaezza Batrisya Zafirah Binti Haji Ibrahim</dc:creator>
  <cp:lastModifiedBy>June Goh Yi Shuen</cp:lastModifiedBy>
  <cp:revision>41</cp:revision>
  <dcterms:created xsi:type="dcterms:W3CDTF">2024-12-30T07:09:45Z</dcterms:created>
  <dcterms:modified xsi:type="dcterms:W3CDTF">2025-03-11T23:20:08Z</dcterms:modified>
</cp:coreProperties>
</file>